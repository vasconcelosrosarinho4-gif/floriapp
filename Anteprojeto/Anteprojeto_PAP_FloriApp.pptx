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EE92EE"/>
    <a:srgbClr val="336699"/>
    <a:srgbClr val="3366CC"/>
    <a:srgbClr val="0099FF"/>
    <a:srgbClr val="66CCFF"/>
    <a:srgbClr val="FCF6FC"/>
    <a:srgbClr val="8DA2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58" d="100"/>
          <a:sy n="58" d="100"/>
        </p:scale>
        <p:origin x="2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37C6D-0CFC-40DC-A7CA-631D24DBD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9FFC4-4284-4C46-9E69-11F553769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E6E6F7F-B946-482A-9C6A-A305DADB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06F0792-D382-4638-92C2-BF77588C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1283C60-D386-47BF-A0D4-E1271841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15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FEF7F-7C2B-40E0-B8A8-BA65DB88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4D9190-1096-436B-8CFA-30B199887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49911B-1560-4F0C-92CE-64AFBB2A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1E3FF99-8CAE-47C0-8811-F88839F7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911698D-F777-43C4-8090-D8B3E755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553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F4100-DD31-4278-8F6E-216E408B9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F502243-CACE-477F-848F-002260DCB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BC485B2-53D3-4EA7-B673-2FF4B545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D0B998B-C3D3-4A27-80E6-E7CF332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4449C5E-47BF-4671-AF7F-A0C06CF1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093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05F93-620B-48C8-855E-01F624BC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5258B1-E353-4ED7-A8EC-9A5F3CC2F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1DE4989-F1AA-4EB8-8277-2FBEDAC0A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A3C5C98-FDBE-458E-A88D-66448C53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532BAD4-AB6F-4CAE-A38D-A2B8CECE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6BBC641-C319-4522-B77A-F12F04E9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201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C2990-22D6-4FD3-9678-7B657B3D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840B3A7-EF53-4BA8-AE83-47D4859BF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E95BED6-F676-4776-8389-7F37DD042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802B47D-18F6-494E-AF16-8BE78011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F56259B-7E3F-4B72-85A1-E433AEAFD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32328A9-977B-46B9-A0D9-0A004BC7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576D990-F411-466D-9C8E-11B1CEA4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8FD04C8-2329-4136-9543-B5BD3E41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831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A571B-ADDE-42B8-9A68-588A7C53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A9837C2-F497-43B0-ADDD-94909BBB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FC0DE53-C6B9-4C59-9932-A753CB3C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858F1E5-47C4-495D-B17C-0D7EB157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6571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0443FFD-7921-474F-B271-0887452F5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0D1C0AE-308A-4610-AB8D-380107AB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67D95E1-A55D-4E6C-8BD3-C6FAF9CE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654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92EBE-6BBB-408D-B4EB-1D439DC8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B0259B0-5054-4272-B53D-A24D6BCF7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DE0B28B-94E8-44AD-915E-00BABB3AE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DFE00CC-F033-4786-A512-AFAE24B3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E17DA62-0A3E-44C4-AE00-869DCA24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A37D02E-837A-4D7B-8D1D-203A991F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0365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0BE61-9EFC-40D7-9827-03E8D80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FEF5528-B01D-420B-8F1A-777998791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0F4DD85-EC57-4818-A126-DB8EEE23B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8040522-B9A9-48ED-89C2-DA0A887C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5F852F4-FD27-453E-8640-D15C619D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02D018F-C422-4AC2-A0BD-1844D6EB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195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458A0-607C-421D-A9CD-B0D2FCB2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60EBE13-DBF7-42BD-B340-E1832597D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584EC06-BC76-4009-A917-58896DB3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D10E04E-87A6-41C4-88FC-E122F4B5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CD91BA4-16B5-49F2-9E3B-C1AE8372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794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915894-C718-4EB4-8C77-C8108E83F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CA346FC-5166-4C86-8609-414895CB6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66F80A8-18D7-40F4-96DB-B3040A3A1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D914777-0BE5-4C01-8626-833D27BA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D6C6CF3-67E9-408A-9089-208AE92F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34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B6A63F2-C175-4510-B7A5-FACE689F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F66043F-9E22-49B9-BD5A-A8174C74F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4810347-0036-44CF-9D0A-308C7A68E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2AE47-32AA-4886-AF74-60E96F7122EC}" type="datetimeFigureOut">
              <a:rPr lang="pt-PT" smtClean="0"/>
              <a:t>14/10/2026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605AFFC-330B-4E82-9867-2B7A2CE1A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C1F0658-2460-4D21-8C4B-3D6996F94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63DB1-951D-43D3-9617-7D9B9DB0111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213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cretdespros.blogspot.com/2014/09/ou-trouver-des-icones-professionnelles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cretdespros.blogspot.com/2014/09/ou-trouver-des-icones-professionnelle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cretdespros.blogspot.com/2014/09/ou-trouver-des-icones-professionnelles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cretdespros.blogspot.com/2014/09/ou-trouver-des-icones-professionnelles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cretdespros.blogspot.com/2014/09/ou-trouver-des-icones-professionnell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542754B-0064-4DE6-BDB7-BB24499EF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4" t="7158" r="7983" b="7368"/>
          <a:stretch/>
        </p:blipFill>
        <p:spPr>
          <a:xfrm>
            <a:off x="2723396" y="-18043"/>
            <a:ext cx="9468604" cy="6876043"/>
          </a:xfrm>
          <a:custGeom>
            <a:avLst/>
            <a:gdLst>
              <a:gd name="connsiteX0" fmla="*/ 4845054 w 9468604"/>
              <a:gd name="connsiteY0" fmla="*/ 5234091 h 6876043"/>
              <a:gd name="connsiteX1" fmla="*/ 5605450 w 9468604"/>
              <a:gd name="connsiteY1" fmla="*/ 5989675 h 6876043"/>
              <a:gd name="connsiteX2" fmla="*/ 4845054 w 9468604"/>
              <a:gd name="connsiteY2" fmla="*/ 6745259 h 6876043"/>
              <a:gd name="connsiteX3" fmla="*/ 4084658 w 9468604"/>
              <a:gd name="connsiteY3" fmla="*/ 5989675 h 6876043"/>
              <a:gd name="connsiteX4" fmla="*/ 4845054 w 9468604"/>
              <a:gd name="connsiteY4" fmla="*/ 5234091 h 6876043"/>
              <a:gd name="connsiteX5" fmla="*/ 9468604 w 9468604"/>
              <a:gd name="connsiteY5" fmla="*/ 3336466 h 6876043"/>
              <a:gd name="connsiteX6" fmla="*/ 9468604 w 9468604"/>
              <a:gd name="connsiteY6" fmla="*/ 4444155 h 6876043"/>
              <a:gd name="connsiteX7" fmla="*/ 7624900 w 9468604"/>
              <a:gd name="connsiteY7" fmla="*/ 6876043 h 6876043"/>
              <a:gd name="connsiteX8" fmla="*/ 6987290 w 9468604"/>
              <a:gd name="connsiteY8" fmla="*/ 6876043 h 6876043"/>
              <a:gd name="connsiteX9" fmla="*/ 6972392 w 9468604"/>
              <a:gd name="connsiteY9" fmla="*/ 6855224 h 6876043"/>
              <a:gd name="connsiteX10" fmla="*/ 6999213 w 9468604"/>
              <a:gd name="connsiteY10" fmla="*/ 6432313 h 6876043"/>
              <a:gd name="connsiteX11" fmla="*/ 9237013 w 9468604"/>
              <a:gd name="connsiteY11" fmla="*/ 3480603 h 6876043"/>
              <a:gd name="connsiteX12" fmla="*/ 9384271 w 9468604"/>
              <a:gd name="connsiteY12" fmla="*/ 3362949 h 6876043"/>
              <a:gd name="connsiteX13" fmla="*/ 8336263 w 9468604"/>
              <a:gd name="connsiteY13" fmla="*/ 0 h 6876043"/>
              <a:gd name="connsiteX14" fmla="*/ 9468604 w 9468604"/>
              <a:gd name="connsiteY14" fmla="*/ 0 h 6876043"/>
              <a:gd name="connsiteX15" fmla="*/ 9468604 w 9468604"/>
              <a:gd name="connsiteY15" fmla="*/ 987657 h 6876043"/>
              <a:gd name="connsiteX16" fmla="*/ 6801676 w 9468604"/>
              <a:gd name="connsiteY16" fmla="*/ 4505397 h 6876043"/>
              <a:gd name="connsiteX17" fmla="*/ 5750469 w 9468604"/>
              <a:gd name="connsiteY17" fmla="*/ 4650010 h 6876043"/>
              <a:gd name="connsiteX18" fmla="*/ 5605857 w 9468604"/>
              <a:gd name="connsiteY18" fmla="*/ 3598803 h 6876043"/>
              <a:gd name="connsiteX19" fmla="*/ 8319556 w 9468604"/>
              <a:gd name="connsiteY19" fmla="*/ 19371 h 6876043"/>
              <a:gd name="connsiteX20" fmla="*/ 4578664 w 9468604"/>
              <a:gd name="connsiteY20" fmla="*/ 0 h 6876043"/>
              <a:gd name="connsiteX21" fmla="*/ 5590314 w 9468604"/>
              <a:gd name="connsiteY21" fmla="*/ 0 h 6876043"/>
              <a:gd name="connsiteX22" fmla="*/ 5698282 w 9468604"/>
              <a:gd name="connsiteY22" fmla="*/ 100414 h 6876043"/>
              <a:gd name="connsiteX23" fmla="*/ 5734431 w 9468604"/>
              <a:gd name="connsiteY23" fmla="*/ 1128540 h 6876043"/>
              <a:gd name="connsiteX24" fmla="*/ 3732181 w 9468604"/>
              <a:gd name="connsiteY24" fmla="*/ 3769553 h 6876043"/>
              <a:gd name="connsiteX25" fmla="*/ 2591769 w 9468604"/>
              <a:gd name="connsiteY25" fmla="*/ 3926437 h 6876043"/>
              <a:gd name="connsiteX26" fmla="*/ 2591770 w 9468604"/>
              <a:gd name="connsiteY26" fmla="*/ 3926437 h 6876043"/>
              <a:gd name="connsiteX27" fmla="*/ 2434886 w 9468604"/>
              <a:gd name="connsiteY27" fmla="*/ 2786025 h 6876043"/>
              <a:gd name="connsiteX28" fmla="*/ 4437135 w 9468604"/>
              <a:gd name="connsiteY28" fmla="*/ 145012 h 6876043"/>
              <a:gd name="connsiteX29" fmla="*/ 4504979 w 9468604"/>
              <a:gd name="connsiteY29" fmla="*/ 66349 h 6876043"/>
              <a:gd name="connsiteX30" fmla="*/ 1889512 w 9468604"/>
              <a:gd name="connsiteY30" fmla="*/ 0 h 6876043"/>
              <a:gd name="connsiteX31" fmla="*/ 2671743 w 9468604"/>
              <a:gd name="connsiteY31" fmla="*/ 0 h 6876043"/>
              <a:gd name="connsiteX32" fmla="*/ 2674944 w 9468604"/>
              <a:gd name="connsiteY32" fmla="*/ 2978 h 6876043"/>
              <a:gd name="connsiteX33" fmla="*/ 2698350 w 9468604"/>
              <a:gd name="connsiteY33" fmla="*/ 668670 h 6876043"/>
              <a:gd name="connsiteX34" fmla="*/ 947058 w 9468604"/>
              <a:gd name="connsiteY34" fmla="*/ 2978665 h 6876043"/>
              <a:gd name="connsiteX35" fmla="*/ 208662 w 9468604"/>
              <a:gd name="connsiteY35" fmla="*/ 3080245 h 6876043"/>
              <a:gd name="connsiteX36" fmla="*/ 208663 w 9468604"/>
              <a:gd name="connsiteY36" fmla="*/ 3080245 h 6876043"/>
              <a:gd name="connsiteX37" fmla="*/ 107083 w 9468604"/>
              <a:gd name="connsiteY37" fmla="*/ 2341849 h 6876043"/>
              <a:gd name="connsiteX38" fmla="*/ 1858375 w 9468604"/>
              <a:gd name="connsiteY38" fmla="*/ 31854 h 6876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468604" h="6876043">
                <a:moveTo>
                  <a:pt x="4845054" y="5234091"/>
                </a:moveTo>
                <a:cubicBezTo>
                  <a:pt x="5265009" y="5234091"/>
                  <a:pt x="5605450" y="5572377"/>
                  <a:pt x="5605450" y="5989675"/>
                </a:cubicBezTo>
                <a:cubicBezTo>
                  <a:pt x="5605450" y="6406973"/>
                  <a:pt x="5265009" y="6745259"/>
                  <a:pt x="4845054" y="6745259"/>
                </a:cubicBezTo>
                <a:cubicBezTo>
                  <a:pt x="4425099" y="6745259"/>
                  <a:pt x="4084658" y="6406973"/>
                  <a:pt x="4084658" y="5989675"/>
                </a:cubicBezTo>
                <a:cubicBezTo>
                  <a:pt x="4084658" y="5572377"/>
                  <a:pt x="4425099" y="5234091"/>
                  <a:pt x="4845054" y="5234091"/>
                </a:cubicBezTo>
                <a:close/>
                <a:moveTo>
                  <a:pt x="9468604" y="3336466"/>
                </a:moveTo>
                <a:lnTo>
                  <a:pt x="9468604" y="4444155"/>
                </a:lnTo>
                <a:lnTo>
                  <a:pt x="7624900" y="6876043"/>
                </a:lnTo>
                <a:lnTo>
                  <a:pt x="6987290" y="6876043"/>
                </a:lnTo>
                <a:lnTo>
                  <a:pt x="6972392" y="6855224"/>
                </a:lnTo>
                <a:cubicBezTo>
                  <a:pt x="6897910" y="6725730"/>
                  <a:pt x="6903286" y="6558844"/>
                  <a:pt x="6999213" y="6432313"/>
                </a:cubicBezTo>
                <a:lnTo>
                  <a:pt x="9237013" y="3480603"/>
                </a:lnTo>
                <a:cubicBezTo>
                  <a:pt x="9276983" y="3427882"/>
                  <a:pt x="9327944" y="3388406"/>
                  <a:pt x="9384271" y="3362949"/>
                </a:cubicBezTo>
                <a:close/>
                <a:moveTo>
                  <a:pt x="8336263" y="0"/>
                </a:moveTo>
                <a:lnTo>
                  <a:pt x="9468604" y="0"/>
                </a:lnTo>
                <a:lnTo>
                  <a:pt x="9468604" y="987657"/>
                </a:lnTo>
                <a:lnTo>
                  <a:pt x="6801676" y="4505397"/>
                </a:lnTo>
                <a:cubicBezTo>
                  <a:pt x="6551327" y="4835613"/>
                  <a:pt x="6080686" y="4900359"/>
                  <a:pt x="5750469" y="4650010"/>
                </a:cubicBezTo>
                <a:cubicBezTo>
                  <a:pt x="5420253" y="4399661"/>
                  <a:pt x="5355508" y="3929019"/>
                  <a:pt x="5605857" y="3598803"/>
                </a:cubicBezTo>
                <a:lnTo>
                  <a:pt x="8319556" y="19371"/>
                </a:lnTo>
                <a:close/>
                <a:moveTo>
                  <a:pt x="4578664" y="0"/>
                </a:moveTo>
                <a:lnTo>
                  <a:pt x="5590314" y="0"/>
                </a:lnTo>
                <a:lnTo>
                  <a:pt x="5698282" y="100414"/>
                </a:lnTo>
                <a:cubicBezTo>
                  <a:pt x="5948005" y="384987"/>
                  <a:pt x="5972076" y="815082"/>
                  <a:pt x="5734431" y="1128540"/>
                </a:cubicBezTo>
                <a:cubicBezTo>
                  <a:pt x="5067015" y="2008878"/>
                  <a:pt x="4399598" y="2889215"/>
                  <a:pt x="3732181" y="3769553"/>
                </a:cubicBezTo>
                <a:cubicBezTo>
                  <a:pt x="3460589" y="4127791"/>
                  <a:pt x="2950007" y="4198031"/>
                  <a:pt x="2591769" y="3926437"/>
                </a:cubicBezTo>
                <a:lnTo>
                  <a:pt x="2591770" y="3926437"/>
                </a:lnTo>
                <a:cubicBezTo>
                  <a:pt x="2233532" y="3654843"/>
                  <a:pt x="2163292" y="3144263"/>
                  <a:pt x="2434886" y="2786025"/>
                </a:cubicBezTo>
                <a:lnTo>
                  <a:pt x="4437135" y="145012"/>
                </a:lnTo>
                <a:cubicBezTo>
                  <a:pt x="4458354" y="117025"/>
                  <a:pt x="4481030" y="90795"/>
                  <a:pt x="4504979" y="66349"/>
                </a:cubicBezTo>
                <a:close/>
                <a:moveTo>
                  <a:pt x="1889512" y="0"/>
                </a:moveTo>
                <a:lnTo>
                  <a:pt x="2671743" y="0"/>
                </a:lnTo>
                <a:lnTo>
                  <a:pt x="2674944" y="2978"/>
                </a:lnTo>
                <a:cubicBezTo>
                  <a:pt x="2836635" y="187233"/>
                  <a:pt x="2852221" y="465712"/>
                  <a:pt x="2698350" y="668670"/>
                </a:cubicBezTo>
                <a:cubicBezTo>
                  <a:pt x="2114587" y="1438669"/>
                  <a:pt x="1530821" y="2208667"/>
                  <a:pt x="947058" y="2978665"/>
                </a:cubicBezTo>
                <a:cubicBezTo>
                  <a:pt x="771206" y="3210618"/>
                  <a:pt x="440614" y="3256096"/>
                  <a:pt x="208662" y="3080245"/>
                </a:cubicBezTo>
                <a:lnTo>
                  <a:pt x="208663" y="3080245"/>
                </a:lnTo>
                <a:cubicBezTo>
                  <a:pt x="-23290" y="2904393"/>
                  <a:pt x="-68768" y="2573802"/>
                  <a:pt x="107083" y="2341849"/>
                </a:cubicBezTo>
                <a:lnTo>
                  <a:pt x="1858375" y="31854"/>
                </a:lnTo>
                <a:close/>
              </a:path>
            </a:pathLst>
          </a:custGeom>
          <a:effectLst>
            <a:innerShdw blurRad="101600" dist="63500" dir="13500000">
              <a:prstClr val="black">
                <a:alpha val="41000"/>
              </a:prstClr>
            </a:inn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F7C2BED-FD4C-4CCB-BF4B-CB5ED301C7BC}"/>
              </a:ext>
            </a:extLst>
          </p:cNvPr>
          <p:cNvSpPr txBox="1"/>
          <p:nvPr/>
        </p:nvSpPr>
        <p:spPr>
          <a:xfrm>
            <a:off x="228600" y="2926080"/>
            <a:ext cx="4480560" cy="1051560"/>
          </a:xfrm>
          <a:prstGeom prst="rect">
            <a:avLst/>
          </a:prstGeom>
          <a:noFill/>
        </p:spPr>
        <p:txBody>
          <a:bodyPr wrap="square" lIns="18288" tIns="9144" rIns="18288" bIns="9144" rtlCol="0">
            <a:spAutoFit/>
          </a:bodyPr>
          <a:lstStyle/>
          <a:p>
            <a:r>
              <a:rPr sz="4000" b="0">
                <a:solidFill>
                  <a:srgbClr val="FFFFFF"/>
                </a:solidFill>
                <a:latin typeface="Aptos Display"/>
              </a:rPr>
              <a:t>FLORIAPP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F65F47B-5F08-4185-BB19-E44BCB306E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847" t="11448" r="28659" b="48628"/>
          <a:stretch/>
        </p:blipFill>
        <p:spPr>
          <a:xfrm>
            <a:off x="589022" y="618552"/>
            <a:ext cx="1864618" cy="19858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4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7535D2-4A76-48A2-8385-40A9123BADCF}"/>
              </a:ext>
            </a:extLst>
          </p:cNvPr>
          <p:cNvSpPr txBox="1"/>
          <p:nvPr/>
        </p:nvSpPr>
        <p:spPr>
          <a:xfrm>
            <a:off x="320040" y="4069080"/>
            <a:ext cx="4389120" cy="548640"/>
          </a:xfrm>
          <a:prstGeom prst="rect">
            <a:avLst/>
          </a:prstGeom>
          <a:noFill/>
        </p:spPr>
        <p:txBody>
          <a:bodyPr wrap="square" lIns="18288" tIns="9144" rIns="18288" bIns="9144" rtlCol="0">
            <a:spAutoFit/>
          </a:bodyPr>
          <a:lstStyle/>
          <a:p>
            <a:r>
              <a:rPr sz="1500" b="0">
                <a:solidFill>
                  <a:srgbClr val="FFCC4C"/>
                </a:solidFill>
                <a:latin typeface="Aptos"/>
              </a:rPr>
              <a:t>ANTEPROJETO PAP | 12.º 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4617720"/>
            <a:ext cx="438912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Aplicação de apoio a educadores de infância</a:t>
            </a:r>
          </a:p>
        </p:txBody>
      </p:sp>
    </p:spTree>
    <p:extLst>
      <p:ext uri="{BB962C8B-B14F-4D97-AF65-F5344CB8AC3E}">
        <p14:creationId xmlns:p14="http://schemas.microsoft.com/office/powerpoint/2010/main" val="275729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CCFF">
            <a:alpha val="5490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542754B-0064-4DE6-BDB7-BB24499EF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4" t="7158" r="7983" b="7368"/>
          <a:stretch/>
        </p:blipFill>
        <p:spPr>
          <a:xfrm>
            <a:off x="2723396" y="-18043"/>
            <a:ext cx="9468604" cy="6876043"/>
          </a:xfrm>
          <a:custGeom>
            <a:avLst/>
            <a:gdLst>
              <a:gd name="connsiteX0" fmla="*/ 4845054 w 9468604"/>
              <a:gd name="connsiteY0" fmla="*/ 5234091 h 6876043"/>
              <a:gd name="connsiteX1" fmla="*/ 5605450 w 9468604"/>
              <a:gd name="connsiteY1" fmla="*/ 5989675 h 6876043"/>
              <a:gd name="connsiteX2" fmla="*/ 4845054 w 9468604"/>
              <a:gd name="connsiteY2" fmla="*/ 6745259 h 6876043"/>
              <a:gd name="connsiteX3" fmla="*/ 4084658 w 9468604"/>
              <a:gd name="connsiteY3" fmla="*/ 5989675 h 6876043"/>
              <a:gd name="connsiteX4" fmla="*/ 4845054 w 9468604"/>
              <a:gd name="connsiteY4" fmla="*/ 5234091 h 6876043"/>
              <a:gd name="connsiteX5" fmla="*/ 9468604 w 9468604"/>
              <a:gd name="connsiteY5" fmla="*/ 3336466 h 6876043"/>
              <a:gd name="connsiteX6" fmla="*/ 9468604 w 9468604"/>
              <a:gd name="connsiteY6" fmla="*/ 4444155 h 6876043"/>
              <a:gd name="connsiteX7" fmla="*/ 7624900 w 9468604"/>
              <a:gd name="connsiteY7" fmla="*/ 6876043 h 6876043"/>
              <a:gd name="connsiteX8" fmla="*/ 6987290 w 9468604"/>
              <a:gd name="connsiteY8" fmla="*/ 6876043 h 6876043"/>
              <a:gd name="connsiteX9" fmla="*/ 6972392 w 9468604"/>
              <a:gd name="connsiteY9" fmla="*/ 6855224 h 6876043"/>
              <a:gd name="connsiteX10" fmla="*/ 6999213 w 9468604"/>
              <a:gd name="connsiteY10" fmla="*/ 6432313 h 6876043"/>
              <a:gd name="connsiteX11" fmla="*/ 9237013 w 9468604"/>
              <a:gd name="connsiteY11" fmla="*/ 3480603 h 6876043"/>
              <a:gd name="connsiteX12" fmla="*/ 9384271 w 9468604"/>
              <a:gd name="connsiteY12" fmla="*/ 3362949 h 6876043"/>
              <a:gd name="connsiteX13" fmla="*/ 8336263 w 9468604"/>
              <a:gd name="connsiteY13" fmla="*/ 0 h 6876043"/>
              <a:gd name="connsiteX14" fmla="*/ 9468604 w 9468604"/>
              <a:gd name="connsiteY14" fmla="*/ 0 h 6876043"/>
              <a:gd name="connsiteX15" fmla="*/ 9468604 w 9468604"/>
              <a:gd name="connsiteY15" fmla="*/ 987657 h 6876043"/>
              <a:gd name="connsiteX16" fmla="*/ 6801676 w 9468604"/>
              <a:gd name="connsiteY16" fmla="*/ 4505397 h 6876043"/>
              <a:gd name="connsiteX17" fmla="*/ 5750469 w 9468604"/>
              <a:gd name="connsiteY17" fmla="*/ 4650010 h 6876043"/>
              <a:gd name="connsiteX18" fmla="*/ 5605857 w 9468604"/>
              <a:gd name="connsiteY18" fmla="*/ 3598803 h 6876043"/>
              <a:gd name="connsiteX19" fmla="*/ 8319556 w 9468604"/>
              <a:gd name="connsiteY19" fmla="*/ 19371 h 6876043"/>
              <a:gd name="connsiteX20" fmla="*/ 4578664 w 9468604"/>
              <a:gd name="connsiteY20" fmla="*/ 0 h 6876043"/>
              <a:gd name="connsiteX21" fmla="*/ 5590314 w 9468604"/>
              <a:gd name="connsiteY21" fmla="*/ 0 h 6876043"/>
              <a:gd name="connsiteX22" fmla="*/ 5698282 w 9468604"/>
              <a:gd name="connsiteY22" fmla="*/ 100414 h 6876043"/>
              <a:gd name="connsiteX23" fmla="*/ 5734431 w 9468604"/>
              <a:gd name="connsiteY23" fmla="*/ 1128540 h 6876043"/>
              <a:gd name="connsiteX24" fmla="*/ 3732181 w 9468604"/>
              <a:gd name="connsiteY24" fmla="*/ 3769553 h 6876043"/>
              <a:gd name="connsiteX25" fmla="*/ 2591769 w 9468604"/>
              <a:gd name="connsiteY25" fmla="*/ 3926437 h 6876043"/>
              <a:gd name="connsiteX26" fmla="*/ 2591770 w 9468604"/>
              <a:gd name="connsiteY26" fmla="*/ 3926437 h 6876043"/>
              <a:gd name="connsiteX27" fmla="*/ 2434886 w 9468604"/>
              <a:gd name="connsiteY27" fmla="*/ 2786025 h 6876043"/>
              <a:gd name="connsiteX28" fmla="*/ 4437135 w 9468604"/>
              <a:gd name="connsiteY28" fmla="*/ 145012 h 6876043"/>
              <a:gd name="connsiteX29" fmla="*/ 4504979 w 9468604"/>
              <a:gd name="connsiteY29" fmla="*/ 66349 h 6876043"/>
              <a:gd name="connsiteX30" fmla="*/ 1889512 w 9468604"/>
              <a:gd name="connsiteY30" fmla="*/ 0 h 6876043"/>
              <a:gd name="connsiteX31" fmla="*/ 2671743 w 9468604"/>
              <a:gd name="connsiteY31" fmla="*/ 0 h 6876043"/>
              <a:gd name="connsiteX32" fmla="*/ 2674944 w 9468604"/>
              <a:gd name="connsiteY32" fmla="*/ 2978 h 6876043"/>
              <a:gd name="connsiteX33" fmla="*/ 2698350 w 9468604"/>
              <a:gd name="connsiteY33" fmla="*/ 668670 h 6876043"/>
              <a:gd name="connsiteX34" fmla="*/ 947058 w 9468604"/>
              <a:gd name="connsiteY34" fmla="*/ 2978665 h 6876043"/>
              <a:gd name="connsiteX35" fmla="*/ 208662 w 9468604"/>
              <a:gd name="connsiteY35" fmla="*/ 3080245 h 6876043"/>
              <a:gd name="connsiteX36" fmla="*/ 208663 w 9468604"/>
              <a:gd name="connsiteY36" fmla="*/ 3080245 h 6876043"/>
              <a:gd name="connsiteX37" fmla="*/ 107083 w 9468604"/>
              <a:gd name="connsiteY37" fmla="*/ 2341849 h 6876043"/>
              <a:gd name="connsiteX38" fmla="*/ 1858375 w 9468604"/>
              <a:gd name="connsiteY38" fmla="*/ 31854 h 6876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468604" h="6876043">
                <a:moveTo>
                  <a:pt x="4845054" y="5234091"/>
                </a:moveTo>
                <a:cubicBezTo>
                  <a:pt x="5265009" y="5234091"/>
                  <a:pt x="5605450" y="5572377"/>
                  <a:pt x="5605450" y="5989675"/>
                </a:cubicBezTo>
                <a:cubicBezTo>
                  <a:pt x="5605450" y="6406973"/>
                  <a:pt x="5265009" y="6745259"/>
                  <a:pt x="4845054" y="6745259"/>
                </a:cubicBezTo>
                <a:cubicBezTo>
                  <a:pt x="4425099" y="6745259"/>
                  <a:pt x="4084658" y="6406973"/>
                  <a:pt x="4084658" y="5989675"/>
                </a:cubicBezTo>
                <a:cubicBezTo>
                  <a:pt x="4084658" y="5572377"/>
                  <a:pt x="4425099" y="5234091"/>
                  <a:pt x="4845054" y="5234091"/>
                </a:cubicBezTo>
                <a:close/>
                <a:moveTo>
                  <a:pt x="9468604" y="3336466"/>
                </a:moveTo>
                <a:lnTo>
                  <a:pt x="9468604" y="4444155"/>
                </a:lnTo>
                <a:lnTo>
                  <a:pt x="7624900" y="6876043"/>
                </a:lnTo>
                <a:lnTo>
                  <a:pt x="6987290" y="6876043"/>
                </a:lnTo>
                <a:lnTo>
                  <a:pt x="6972392" y="6855224"/>
                </a:lnTo>
                <a:cubicBezTo>
                  <a:pt x="6897910" y="6725730"/>
                  <a:pt x="6903286" y="6558844"/>
                  <a:pt x="6999213" y="6432313"/>
                </a:cubicBezTo>
                <a:lnTo>
                  <a:pt x="9237013" y="3480603"/>
                </a:lnTo>
                <a:cubicBezTo>
                  <a:pt x="9276983" y="3427882"/>
                  <a:pt x="9327944" y="3388406"/>
                  <a:pt x="9384271" y="3362949"/>
                </a:cubicBezTo>
                <a:close/>
                <a:moveTo>
                  <a:pt x="8336263" y="0"/>
                </a:moveTo>
                <a:lnTo>
                  <a:pt x="9468604" y="0"/>
                </a:lnTo>
                <a:lnTo>
                  <a:pt x="9468604" y="987657"/>
                </a:lnTo>
                <a:lnTo>
                  <a:pt x="6801676" y="4505397"/>
                </a:lnTo>
                <a:cubicBezTo>
                  <a:pt x="6551327" y="4835613"/>
                  <a:pt x="6080686" y="4900359"/>
                  <a:pt x="5750469" y="4650010"/>
                </a:cubicBezTo>
                <a:cubicBezTo>
                  <a:pt x="5420253" y="4399661"/>
                  <a:pt x="5355508" y="3929019"/>
                  <a:pt x="5605857" y="3598803"/>
                </a:cubicBezTo>
                <a:lnTo>
                  <a:pt x="8319556" y="19371"/>
                </a:lnTo>
                <a:close/>
                <a:moveTo>
                  <a:pt x="4578664" y="0"/>
                </a:moveTo>
                <a:lnTo>
                  <a:pt x="5590314" y="0"/>
                </a:lnTo>
                <a:lnTo>
                  <a:pt x="5698282" y="100414"/>
                </a:lnTo>
                <a:cubicBezTo>
                  <a:pt x="5948005" y="384987"/>
                  <a:pt x="5972076" y="815082"/>
                  <a:pt x="5734431" y="1128540"/>
                </a:cubicBezTo>
                <a:cubicBezTo>
                  <a:pt x="5067015" y="2008878"/>
                  <a:pt x="4399598" y="2889215"/>
                  <a:pt x="3732181" y="3769553"/>
                </a:cubicBezTo>
                <a:cubicBezTo>
                  <a:pt x="3460589" y="4127791"/>
                  <a:pt x="2950007" y="4198031"/>
                  <a:pt x="2591769" y="3926437"/>
                </a:cubicBezTo>
                <a:lnTo>
                  <a:pt x="2591770" y="3926437"/>
                </a:lnTo>
                <a:cubicBezTo>
                  <a:pt x="2233532" y="3654843"/>
                  <a:pt x="2163292" y="3144263"/>
                  <a:pt x="2434886" y="2786025"/>
                </a:cubicBezTo>
                <a:lnTo>
                  <a:pt x="4437135" y="145012"/>
                </a:lnTo>
                <a:cubicBezTo>
                  <a:pt x="4458354" y="117025"/>
                  <a:pt x="4481030" y="90795"/>
                  <a:pt x="4504979" y="66349"/>
                </a:cubicBezTo>
                <a:close/>
                <a:moveTo>
                  <a:pt x="1889512" y="0"/>
                </a:moveTo>
                <a:lnTo>
                  <a:pt x="2671743" y="0"/>
                </a:lnTo>
                <a:lnTo>
                  <a:pt x="2674944" y="2978"/>
                </a:lnTo>
                <a:cubicBezTo>
                  <a:pt x="2836635" y="187233"/>
                  <a:pt x="2852221" y="465712"/>
                  <a:pt x="2698350" y="668670"/>
                </a:cubicBezTo>
                <a:cubicBezTo>
                  <a:pt x="2114587" y="1438669"/>
                  <a:pt x="1530821" y="2208667"/>
                  <a:pt x="947058" y="2978665"/>
                </a:cubicBezTo>
                <a:cubicBezTo>
                  <a:pt x="771206" y="3210618"/>
                  <a:pt x="440614" y="3256096"/>
                  <a:pt x="208662" y="3080245"/>
                </a:cubicBezTo>
                <a:lnTo>
                  <a:pt x="208663" y="3080245"/>
                </a:lnTo>
                <a:cubicBezTo>
                  <a:pt x="-23290" y="2904393"/>
                  <a:pt x="-68768" y="2573802"/>
                  <a:pt x="107083" y="2341849"/>
                </a:cubicBezTo>
                <a:lnTo>
                  <a:pt x="1858375" y="31854"/>
                </a:lnTo>
                <a:close/>
              </a:path>
            </a:pathLst>
          </a:custGeom>
          <a:effectLst>
            <a:innerShdw blurRad="101600" dist="63500" dir="13500000">
              <a:prstClr val="black">
                <a:alpha val="41000"/>
              </a:prstClr>
            </a:inn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65F47B-5F08-4185-BB19-E44BCB306E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847" t="11448" r="28659" b="48628"/>
          <a:stretch/>
        </p:blipFill>
        <p:spPr>
          <a:xfrm>
            <a:off x="589022" y="618552"/>
            <a:ext cx="1864618" cy="19858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4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7535D2-4A76-48A2-8385-40A9123BADCF}"/>
              </a:ext>
            </a:extLst>
          </p:cNvPr>
          <p:cNvSpPr txBox="1"/>
          <p:nvPr/>
        </p:nvSpPr>
        <p:spPr>
          <a:xfrm>
            <a:off x="384048" y="3314700"/>
            <a:ext cx="4754880" cy="365760"/>
          </a:xfrm>
          <a:prstGeom prst="rect">
            <a:avLst/>
          </a:prstGeom>
          <a:noFill/>
          <a:effectLst/>
        </p:spPr>
        <p:txBody>
          <a:bodyPr wrap="square" lIns="18288" tIns="9144" rIns="18288" bIns="9144" rtlCol="0">
            <a:spAutoFit/>
          </a:bodyPr>
          <a:lstStyle/>
          <a:p>
            <a:r>
              <a:rPr sz="1500" b="1" dirty="0">
                <a:solidFill>
                  <a:srgbClr val="DEA427"/>
                </a:solidFill>
                <a:latin typeface="Aptos"/>
              </a:rPr>
              <a:t>O PROJETO FLORIAPP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041" y="3680460"/>
            <a:ext cx="50749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898832"/>
            <a:ext cx="4645152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 dirty="0">
                <a:solidFill>
                  <a:srgbClr val="2D3E50"/>
                </a:solidFill>
                <a:latin typeface="Aptos Display"/>
              </a:rPr>
              <a:t>O QUE É A FLORIAPP?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informática</a:t>
            </a:r>
            <a:r>
              <a:rPr dirty="0"/>
              <a:t> para </a:t>
            </a:r>
            <a:r>
              <a:rPr dirty="0" err="1"/>
              <a:t>educadores</a:t>
            </a:r>
            <a:r>
              <a:rPr dirty="0"/>
              <a:t> de </a:t>
            </a:r>
            <a:r>
              <a:rPr dirty="0" err="1"/>
              <a:t>infância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rPr dirty="0" err="1"/>
              <a:t>Pretende</a:t>
            </a:r>
            <a:r>
              <a:rPr dirty="0"/>
              <a:t> </a:t>
            </a:r>
            <a:r>
              <a:rPr dirty="0" err="1"/>
              <a:t>facilitar</a:t>
            </a:r>
            <a:r>
              <a:rPr dirty="0"/>
              <a:t> a </a:t>
            </a:r>
            <a:r>
              <a:rPr dirty="0" err="1"/>
              <a:t>organização</a:t>
            </a:r>
            <a:r>
              <a:rPr dirty="0"/>
              <a:t> do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diário</a:t>
            </a:r>
            <a:r>
              <a:rPr dirty="0"/>
              <a:t>, o </a:t>
            </a:r>
            <a:r>
              <a:rPr dirty="0" err="1"/>
              <a:t>planeamento</a:t>
            </a:r>
            <a:r>
              <a:rPr dirty="0"/>
              <a:t> de </a:t>
            </a:r>
            <a:r>
              <a:rPr dirty="0" err="1"/>
              <a:t>atividades</a:t>
            </a:r>
            <a:r>
              <a:rPr dirty="0"/>
              <a:t> </a:t>
            </a:r>
            <a:r>
              <a:rPr dirty="0" err="1"/>
              <a:t>pedagógicas</a:t>
            </a:r>
            <a:r>
              <a:rPr dirty="0"/>
              <a:t> e a consulta de </a:t>
            </a:r>
            <a:r>
              <a:rPr dirty="0" err="1"/>
              <a:t>informações</a:t>
            </a:r>
            <a:r>
              <a:rPr dirty="0"/>
              <a:t> </a:t>
            </a:r>
            <a:r>
              <a:rPr dirty="0" err="1"/>
              <a:t>importantes</a:t>
            </a:r>
            <a:r>
              <a:rPr dirty="0"/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ptos"/>
              </a:defRPr>
            </a:pPr>
            <a:r>
              <a:t>FLORIAPP  •  ANTEPROJETO PAP  •  2/5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508762-C2AC-4E77-B846-9B15055DC2D3}"/>
              </a:ext>
            </a:extLst>
          </p:cNvPr>
          <p:cNvSpPr txBox="1"/>
          <p:nvPr/>
        </p:nvSpPr>
        <p:spPr>
          <a:xfrm>
            <a:off x="242041" y="2737449"/>
            <a:ext cx="1854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000" b="1" dirty="0">
                <a:solidFill>
                  <a:srgbClr val="222B38"/>
                </a:solidFill>
                <a:latin typeface="Aptos Display"/>
              </a:rPr>
              <a:t>RESUMO</a:t>
            </a:r>
          </a:p>
        </p:txBody>
      </p:sp>
    </p:spTree>
    <p:extLst>
      <p:ext uri="{BB962C8B-B14F-4D97-AF65-F5344CB8AC3E}">
        <p14:creationId xmlns:p14="http://schemas.microsoft.com/office/powerpoint/2010/main" val="199260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542754B-0064-4DE6-BDB7-BB24499EF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4" t="7158" r="7983" b="7368"/>
          <a:stretch/>
        </p:blipFill>
        <p:spPr>
          <a:xfrm>
            <a:off x="2723396" y="-18043"/>
            <a:ext cx="9468604" cy="6876043"/>
          </a:xfrm>
          <a:custGeom>
            <a:avLst/>
            <a:gdLst>
              <a:gd name="connsiteX0" fmla="*/ 4845054 w 9468604"/>
              <a:gd name="connsiteY0" fmla="*/ 5234091 h 6876043"/>
              <a:gd name="connsiteX1" fmla="*/ 5605450 w 9468604"/>
              <a:gd name="connsiteY1" fmla="*/ 5989675 h 6876043"/>
              <a:gd name="connsiteX2" fmla="*/ 4845054 w 9468604"/>
              <a:gd name="connsiteY2" fmla="*/ 6745259 h 6876043"/>
              <a:gd name="connsiteX3" fmla="*/ 4084658 w 9468604"/>
              <a:gd name="connsiteY3" fmla="*/ 5989675 h 6876043"/>
              <a:gd name="connsiteX4" fmla="*/ 4845054 w 9468604"/>
              <a:gd name="connsiteY4" fmla="*/ 5234091 h 6876043"/>
              <a:gd name="connsiteX5" fmla="*/ 9468604 w 9468604"/>
              <a:gd name="connsiteY5" fmla="*/ 3336466 h 6876043"/>
              <a:gd name="connsiteX6" fmla="*/ 9468604 w 9468604"/>
              <a:gd name="connsiteY6" fmla="*/ 4444155 h 6876043"/>
              <a:gd name="connsiteX7" fmla="*/ 7624900 w 9468604"/>
              <a:gd name="connsiteY7" fmla="*/ 6876043 h 6876043"/>
              <a:gd name="connsiteX8" fmla="*/ 6987290 w 9468604"/>
              <a:gd name="connsiteY8" fmla="*/ 6876043 h 6876043"/>
              <a:gd name="connsiteX9" fmla="*/ 6972392 w 9468604"/>
              <a:gd name="connsiteY9" fmla="*/ 6855224 h 6876043"/>
              <a:gd name="connsiteX10" fmla="*/ 6999213 w 9468604"/>
              <a:gd name="connsiteY10" fmla="*/ 6432313 h 6876043"/>
              <a:gd name="connsiteX11" fmla="*/ 9237013 w 9468604"/>
              <a:gd name="connsiteY11" fmla="*/ 3480603 h 6876043"/>
              <a:gd name="connsiteX12" fmla="*/ 9384271 w 9468604"/>
              <a:gd name="connsiteY12" fmla="*/ 3362949 h 6876043"/>
              <a:gd name="connsiteX13" fmla="*/ 8336263 w 9468604"/>
              <a:gd name="connsiteY13" fmla="*/ 0 h 6876043"/>
              <a:gd name="connsiteX14" fmla="*/ 9468604 w 9468604"/>
              <a:gd name="connsiteY14" fmla="*/ 0 h 6876043"/>
              <a:gd name="connsiteX15" fmla="*/ 9468604 w 9468604"/>
              <a:gd name="connsiteY15" fmla="*/ 987657 h 6876043"/>
              <a:gd name="connsiteX16" fmla="*/ 6801676 w 9468604"/>
              <a:gd name="connsiteY16" fmla="*/ 4505397 h 6876043"/>
              <a:gd name="connsiteX17" fmla="*/ 5750469 w 9468604"/>
              <a:gd name="connsiteY17" fmla="*/ 4650010 h 6876043"/>
              <a:gd name="connsiteX18" fmla="*/ 5605857 w 9468604"/>
              <a:gd name="connsiteY18" fmla="*/ 3598803 h 6876043"/>
              <a:gd name="connsiteX19" fmla="*/ 8319556 w 9468604"/>
              <a:gd name="connsiteY19" fmla="*/ 19371 h 6876043"/>
              <a:gd name="connsiteX20" fmla="*/ 4578664 w 9468604"/>
              <a:gd name="connsiteY20" fmla="*/ 0 h 6876043"/>
              <a:gd name="connsiteX21" fmla="*/ 5590314 w 9468604"/>
              <a:gd name="connsiteY21" fmla="*/ 0 h 6876043"/>
              <a:gd name="connsiteX22" fmla="*/ 5698282 w 9468604"/>
              <a:gd name="connsiteY22" fmla="*/ 100414 h 6876043"/>
              <a:gd name="connsiteX23" fmla="*/ 5734431 w 9468604"/>
              <a:gd name="connsiteY23" fmla="*/ 1128540 h 6876043"/>
              <a:gd name="connsiteX24" fmla="*/ 3732181 w 9468604"/>
              <a:gd name="connsiteY24" fmla="*/ 3769553 h 6876043"/>
              <a:gd name="connsiteX25" fmla="*/ 2591769 w 9468604"/>
              <a:gd name="connsiteY25" fmla="*/ 3926437 h 6876043"/>
              <a:gd name="connsiteX26" fmla="*/ 2591770 w 9468604"/>
              <a:gd name="connsiteY26" fmla="*/ 3926437 h 6876043"/>
              <a:gd name="connsiteX27" fmla="*/ 2434886 w 9468604"/>
              <a:gd name="connsiteY27" fmla="*/ 2786025 h 6876043"/>
              <a:gd name="connsiteX28" fmla="*/ 4437135 w 9468604"/>
              <a:gd name="connsiteY28" fmla="*/ 145012 h 6876043"/>
              <a:gd name="connsiteX29" fmla="*/ 4504979 w 9468604"/>
              <a:gd name="connsiteY29" fmla="*/ 66349 h 6876043"/>
              <a:gd name="connsiteX30" fmla="*/ 1889512 w 9468604"/>
              <a:gd name="connsiteY30" fmla="*/ 0 h 6876043"/>
              <a:gd name="connsiteX31" fmla="*/ 2671743 w 9468604"/>
              <a:gd name="connsiteY31" fmla="*/ 0 h 6876043"/>
              <a:gd name="connsiteX32" fmla="*/ 2674944 w 9468604"/>
              <a:gd name="connsiteY32" fmla="*/ 2978 h 6876043"/>
              <a:gd name="connsiteX33" fmla="*/ 2698350 w 9468604"/>
              <a:gd name="connsiteY33" fmla="*/ 668670 h 6876043"/>
              <a:gd name="connsiteX34" fmla="*/ 947058 w 9468604"/>
              <a:gd name="connsiteY34" fmla="*/ 2978665 h 6876043"/>
              <a:gd name="connsiteX35" fmla="*/ 208662 w 9468604"/>
              <a:gd name="connsiteY35" fmla="*/ 3080245 h 6876043"/>
              <a:gd name="connsiteX36" fmla="*/ 208663 w 9468604"/>
              <a:gd name="connsiteY36" fmla="*/ 3080245 h 6876043"/>
              <a:gd name="connsiteX37" fmla="*/ 107083 w 9468604"/>
              <a:gd name="connsiteY37" fmla="*/ 2341849 h 6876043"/>
              <a:gd name="connsiteX38" fmla="*/ 1858375 w 9468604"/>
              <a:gd name="connsiteY38" fmla="*/ 31854 h 6876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468604" h="6876043">
                <a:moveTo>
                  <a:pt x="4845054" y="5234091"/>
                </a:moveTo>
                <a:cubicBezTo>
                  <a:pt x="5265009" y="5234091"/>
                  <a:pt x="5605450" y="5572377"/>
                  <a:pt x="5605450" y="5989675"/>
                </a:cubicBezTo>
                <a:cubicBezTo>
                  <a:pt x="5605450" y="6406973"/>
                  <a:pt x="5265009" y="6745259"/>
                  <a:pt x="4845054" y="6745259"/>
                </a:cubicBezTo>
                <a:cubicBezTo>
                  <a:pt x="4425099" y="6745259"/>
                  <a:pt x="4084658" y="6406973"/>
                  <a:pt x="4084658" y="5989675"/>
                </a:cubicBezTo>
                <a:cubicBezTo>
                  <a:pt x="4084658" y="5572377"/>
                  <a:pt x="4425099" y="5234091"/>
                  <a:pt x="4845054" y="5234091"/>
                </a:cubicBezTo>
                <a:close/>
                <a:moveTo>
                  <a:pt x="9468604" y="3336466"/>
                </a:moveTo>
                <a:lnTo>
                  <a:pt x="9468604" y="4444155"/>
                </a:lnTo>
                <a:lnTo>
                  <a:pt x="7624900" y="6876043"/>
                </a:lnTo>
                <a:lnTo>
                  <a:pt x="6987290" y="6876043"/>
                </a:lnTo>
                <a:lnTo>
                  <a:pt x="6972392" y="6855224"/>
                </a:lnTo>
                <a:cubicBezTo>
                  <a:pt x="6897910" y="6725730"/>
                  <a:pt x="6903286" y="6558844"/>
                  <a:pt x="6999213" y="6432313"/>
                </a:cubicBezTo>
                <a:lnTo>
                  <a:pt x="9237013" y="3480603"/>
                </a:lnTo>
                <a:cubicBezTo>
                  <a:pt x="9276983" y="3427882"/>
                  <a:pt x="9327944" y="3388406"/>
                  <a:pt x="9384271" y="3362949"/>
                </a:cubicBezTo>
                <a:close/>
                <a:moveTo>
                  <a:pt x="8336263" y="0"/>
                </a:moveTo>
                <a:lnTo>
                  <a:pt x="9468604" y="0"/>
                </a:lnTo>
                <a:lnTo>
                  <a:pt x="9468604" y="987657"/>
                </a:lnTo>
                <a:lnTo>
                  <a:pt x="6801676" y="4505397"/>
                </a:lnTo>
                <a:cubicBezTo>
                  <a:pt x="6551327" y="4835613"/>
                  <a:pt x="6080686" y="4900359"/>
                  <a:pt x="5750469" y="4650010"/>
                </a:cubicBezTo>
                <a:cubicBezTo>
                  <a:pt x="5420253" y="4399661"/>
                  <a:pt x="5355508" y="3929019"/>
                  <a:pt x="5605857" y="3598803"/>
                </a:cubicBezTo>
                <a:lnTo>
                  <a:pt x="8319556" y="19371"/>
                </a:lnTo>
                <a:close/>
                <a:moveTo>
                  <a:pt x="4578664" y="0"/>
                </a:moveTo>
                <a:lnTo>
                  <a:pt x="5590314" y="0"/>
                </a:lnTo>
                <a:lnTo>
                  <a:pt x="5698282" y="100414"/>
                </a:lnTo>
                <a:cubicBezTo>
                  <a:pt x="5948005" y="384987"/>
                  <a:pt x="5972076" y="815082"/>
                  <a:pt x="5734431" y="1128540"/>
                </a:cubicBezTo>
                <a:cubicBezTo>
                  <a:pt x="5067015" y="2008878"/>
                  <a:pt x="4399598" y="2889215"/>
                  <a:pt x="3732181" y="3769553"/>
                </a:cubicBezTo>
                <a:cubicBezTo>
                  <a:pt x="3460589" y="4127791"/>
                  <a:pt x="2950007" y="4198031"/>
                  <a:pt x="2591769" y="3926437"/>
                </a:cubicBezTo>
                <a:lnTo>
                  <a:pt x="2591770" y="3926437"/>
                </a:lnTo>
                <a:cubicBezTo>
                  <a:pt x="2233532" y="3654843"/>
                  <a:pt x="2163292" y="3144263"/>
                  <a:pt x="2434886" y="2786025"/>
                </a:cubicBezTo>
                <a:lnTo>
                  <a:pt x="4437135" y="145012"/>
                </a:lnTo>
                <a:cubicBezTo>
                  <a:pt x="4458354" y="117025"/>
                  <a:pt x="4481030" y="90795"/>
                  <a:pt x="4504979" y="66349"/>
                </a:cubicBezTo>
                <a:close/>
                <a:moveTo>
                  <a:pt x="1889512" y="0"/>
                </a:moveTo>
                <a:lnTo>
                  <a:pt x="2671743" y="0"/>
                </a:lnTo>
                <a:lnTo>
                  <a:pt x="2674944" y="2978"/>
                </a:lnTo>
                <a:cubicBezTo>
                  <a:pt x="2836635" y="187233"/>
                  <a:pt x="2852221" y="465712"/>
                  <a:pt x="2698350" y="668670"/>
                </a:cubicBezTo>
                <a:cubicBezTo>
                  <a:pt x="2114587" y="1438669"/>
                  <a:pt x="1530821" y="2208667"/>
                  <a:pt x="947058" y="2978665"/>
                </a:cubicBezTo>
                <a:cubicBezTo>
                  <a:pt x="771206" y="3210618"/>
                  <a:pt x="440614" y="3256096"/>
                  <a:pt x="208662" y="3080245"/>
                </a:cubicBezTo>
                <a:lnTo>
                  <a:pt x="208663" y="3080245"/>
                </a:lnTo>
                <a:cubicBezTo>
                  <a:pt x="-23290" y="2904393"/>
                  <a:pt x="-68768" y="2573802"/>
                  <a:pt x="107083" y="2341849"/>
                </a:cubicBezTo>
                <a:lnTo>
                  <a:pt x="1858375" y="31854"/>
                </a:lnTo>
                <a:close/>
              </a:path>
            </a:pathLst>
          </a:cu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F7C2BED-FD4C-4CCB-BF4B-CB5ED301C7BC}"/>
              </a:ext>
            </a:extLst>
          </p:cNvPr>
          <p:cNvSpPr txBox="1"/>
          <p:nvPr/>
        </p:nvSpPr>
        <p:spPr>
          <a:xfrm>
            <a:off x="347472" y="2606040"/>
            <a:ext cx="4846320" cy="502920"/>
          </a:xfrm>
          <a:prstGeom prst="rect">
            <a:avLst/>
          </a:prstGeom>
          <a:solidFill>
            <a:srgbClr val="8DA2C6"/>
          </a:solidFill>
          <a:effectLst/>
        </p:spPr>
        <p:txBody>
          <a:bodyPr wrap="square" lIns="18288" tIns="9144" rIns="18288" bIns="9144" rtlCol="0">
            <a:spAutoFit/>
          </a:bodyPr>
          <a:lstStyle/>
          <a:p>
            <a:r>
              <a:rPr sz="3000" b="1" dirty="0">
                <a:solidFill>
                  <a:srgbClr val="222B38"/>
                </a:solidFill>
                <a:latin typeface="Aptos Display"/>
              </a:rPr>
              <a:t>INTRODUÇÃO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F65F47B-5F08-4185-BB19-E44BCB306E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847" t="11448" r="28659" b="48628"/>
          <a:stretch/>
        </p:blipFill>
        <p:spPr>
          <a:xfrm>
            <a:off x="589022" y="618552"/>
            <a:ext cx="1864618" cy="19858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4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7535D2-4A76-48A2-8385-40A9123BADCF}"/>
              </a:ext>
            </a:extLst>
          </p:cNvPr>
          <p:cNvSpPr txBox="1"/>
          <p:nvPr/>
        </p:nvSpPr>
        <p:spPr>
          <a:xfrm>
            <a:off x="365760" y="3127248"/>
            <a:ext cx="4754880" cy="365760"/>
          </a:xfrm>
          <a:prstGeom prst="rect">
            <a:avLst/>
          </a:prstGeom>
          <a:noFill/>
          <a:effectLst/>
        </p:spPr>
        <p:txBody>
          <a:bodyPr wrap="square" lIns="18288" tIns="9144" rIns="18288" bIns="9144" rtlCol="0">
            <a:spAutoFit/>
          </a:bodyPr>
          <a:lstStyle/>
          <a:p>
            <a:r>
              <a:rPr sz="1500" b="1">
                <a:solidFill>
                  <a:srgbClr val="DEA427"/>
                </a:solidFill>
                <a:latin typeface="Aptos"/>
              </a:rPr>
              <a:t>ENQUADRAMENTO DO PROJETO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11880"/>
            <a:ext cx="50749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3776472"/>
            <a:ext cx="4645152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D3E50"/>
                </a:solidFill>
                <a:latin typeface="Aptos Display"/>
              </a:rPr>
              <a:t>PORQUÊ ESTE PROJETO?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t>As tecnologias digitais podem ajudar a organizar tarefas e informação na educação.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t>A FloriApp pretende apoiar os educadores com uma ferramenta simples e intuitiva, aplicando conhecimentos adquiridos no Curso Profissional de Informática.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ptos"/>
              </a:defRPr>
            </a:pPr>
            <a:r>
              <a:t>FLORIAPP  •  ANTEPROJETO PAP  •  3/5</a:t>
            </a:r>
          </a:p>
        </p:txBody>
      </p:sp>
    </p:spTree>
    <p:extLst>
      <p:ext uri="{BB962C8B-B14F-4D97-AF65-F5344CB8AC3E}">
        <p14:creationId xmlns:p14="http://schemas.microsoft.com/office/powerpoint/2010/main" val="361588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542754B-0064-4DE6-BDB7-BB24499EF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4" t="7158" r="7983" b="7368"/>
          <a:stretch/>
        </p:blipFill>
        <p:spPr>
          <a:xfrm>
            <a:off x="2838899" y="-18043"/>
            <a:ext cx="9468604" cy="6876043"/>
          </a:xfrm>
          <a:custGeom>
            <a:avLst/>
            <a:gdLst>
              <a:gd name="connsiteX0" fmla="*/ 4845054 w 9468604"/>
              <a:gd name="connsiteY0" fmla="*/ 5234091 h 6876043"/>
              <a:gd name="connsiteX1" fmla="*/ 5605450 w 9468604"/>
              <a:gd name="connsiteY1" fmla="*/ 5989675 h 6876043"/>
              <a:gd name="connsiteX2" fmla="*/ 4845054 w 9468604"/>
              <a:gd name="connsiteY2" fmla="*/ 6745259 h 6876043"/>
              <a:gd name="connsiteX3" fmla="*/ 4084658 w 9468604"/>
              <a:gd name="connsiteY3" fmla="*/ 5989675 h 6876043"/>
              <a:gd name="connsiteX4" fmla="*/ 4845054 w 9468604"/>
              <a:gd name="connsiteY4" fmla="*/ 5234091 h 6876043"/>
              <a:gd name="connsiteX5" fmla="*/ 9468604 w 9468604"/>
              <a:gd name="connsiteY5" fmla="*/ 3336466 h 6876043"/>
              <a:gd name="connsiteX6" fmla="*/ 9468604 w 9468604"/>
              <a:gd name="connsiteY6" fmla="*/ 4444155 h 6876043"/>
              <a:gd name="connsiteX7" fmla="*/ 7624900 w 9468604"/>
              <a:gd name="connsiteY7" fmla="*/ 6876043 h 6876043"/>
              <a:gd name="connsiteX8" fmla="*/ 6987290 w 9468604"/>
              <a:gd name="connsiteY8" fmla="*/ 6876043 h 6876043"/>
              <a:gd name="connsiteX9" fmla="*/ 6972392 w 9468604"/>
              <a:gd name="connsiteY9" fmla="*/ 6855224 h 6876043"/>
              <a:gd name="connsiteX10" fmla="*/ 6999213 w 9468604"/>
              <a:gd name="connsiteY10" fmla="*/ 6432313 h 6876043"/>
              <a:gd name="connsiteX11" fmla="*/ 9237013 w 9468604"/>
              <a:gd name="connsiteY11" fmla="*/ 3480603 h 6876043"/>
              <a:gd name="connsiteX12" fmla="*/ 9384271 w 9468604"/>
              <a:gd name="connsiteY12" fmla="*/ 3362949 h 6876043"/>
              <a:gd name="connsiteX13" fmla="*/ 8336263 w 9468604"/>
              <a:gd name="connsiteY13" fmla="*/ 0 h 6876043"/>
              <a:gd name="connsiteX14" fmla="*/ 9468604 w 9468604"/>
              <a:gd name="connsiteY14" fmla="*/ 0 h 6876043"/>
              <a:gd name="connsiteX15" fmla="*/ 9468604 w 9468604"/>
              <a:gd name="connsiteY15" fmla="*/ 987657 h 6876043"/>
              <a:gd name="connsiteX16" fmla="*/ 6801676 w 9468604"/>
              <a:gd name="connsiteY16" fmla="*/ 4505397 h 6876043"/>
              <a:gd name="connsiteX17" fmla="*/ 5750469 w 9468604"/>
              <a:gd name="connsiteY17" fmla="*/ 4650010 h 6876043"/>
              <a:gd name="connsiteX18" fmla="*/ 5605857 w 9468604"/>
              <a:gd name="connsiteY18" fmla="*/ 3598803 h 6876043"/>
              <a:gd name="connsiteX19" fmla="*/ 8319556 w 9468604"/>
              <a:gd name="connsiteY19" fmla="*/ 19371 h 6876043"/>
              <a:gd name="connsiteX20" fmla="*/ 4578664 w 9468604"/>
              <a:gd name="connsiteY20" fmla="*/ 0 h 6876043"/>
              <a:gd name="connsiteX21" fmla="*/ 5590314 w 9468604"/>
              <a:gd name="connsiteY21" fmla="*/ 0 h 6876043"/>
              <a:gd name="connsiteX22" fmla="*/ 5698282 w 9468604"/>
              <a:gd name="connsiteY22" fmla="*/ 100414 h 6876043"/>
              <a:gd name="connsiteX23" fmla="*/ 5734431 w 9468604"/>
              <a:gd name="connsiteY23" fmla="*/ 1128540 h 6876043"/>
              <a:gd name="connsiteX24" fmla="*/ 3732181 w 9468604"/>
              <a:gd name="connsiteY24" fmla="*/ 3769553 h 6876043"/>
              <a:gd name="connsiteX25" fmla="*/ 2591769 w 9468604"/>
              <a:gd name="connsiteY25" fmla="*/ 3926437 h 6876043"/>
              <a:gd name="connsiteX26" fmla="*/ 2591770 w 9468604"/>
              <a:gd name="connsiteY26" fmla="*/ 3926437 h 6876043"/>
              <a:gd name="connsiteX27" fmla="*/ 2434886 w 9468604"/>
              <a:gd name="connsiteY27" fmla="*/ 2786025 h 6876043"/>
              <a:gd name="connsiteX28" fmla="*/ 4437135 w 9468604"/>
              <a:gd name="connsiteY28" fmla="*/ 145012 h 6876043"/>
              <a:gd name="connsiteX29" fmla="*/ 4504979 w 9468604"/>
              <a:gd name="connsiteY29" fmla="*/ 66349 h 6876043"/>
              <a:gd name="connsiteX30" fmla="*/ 1889512 w 9468604"/>
              <a:gd name="connsiteY30" fmla="*/ 0 h 6876043"/>
              <a:gd name="connsiteX31" fmla="*/ 2671743 w 9468604"/>
              <a:gd name="connsiteY31" fmla="*/ 0 h 6876043"/>
              <a:gd name="connsiteX32" fmla="*/ 2674944 w 9468604"/>
              <a:gd name="connsiteY32" fmla="*/ 2978 h 6876043"/>
              <a:gd name="connsiteX33" fmla="*/ 2698350 w 9468604"/>
              <a:gd name="connsiteY33" fmla="*/ 668670 h 6876043"/>
              <a:gd name="connsiteX34" fmla="*/ 947058 w 9468604"/>
              <a:gd name="connsiteY34" fmla="*/ 2978665 h 6876043"/>
              <a:gd name="connsiteX35" fmla="*/ 208662 w 9468604"/>
              <a:gd name="connsiteY35" fmla="*/ 3080245 h 6876043"/>
              <a:gd name="connsiteX36" fmla="*/ 208663 w 9468604"/>
              <a:gd name="connsiteY36" fmla="*/ 3080245 h 6876043"/>
              <a:gd name="connsiteX37" fmla="*/ 107083 w 9468604"/>
              <a:gd name="connsiteY37" fmla="*/ 2341849 h 6876043"/>
              <a:gd name="connsiteX38" fmla="*/ 1858375 w 9468604"/>
              <a:gd name="connsiteY38" fmla="*/ 31854 h 6876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468604" h="6876043">
                <a:moveTo>
                  <a:pt x="4845054" y="5234091"/>
                </a:moveTo>
                <a:cubicBezTo>
                  <a:pt x="5265009" y="5234091"/>
                  <a:pt x="5605450" y="5572377"/>
                  <a:pt x="5605450" y="5989675"/>
                </a:cubicBezTo>
                <a:cubicBezTo>
                  <a:pt x="5605450" y="6406973"/>
                  <a:pt x="5265009" y="6745259"/>
                  <a:pt x="4845054" y="6745259"/>
                </a:cubicBezTo>
                <a:cubicBezTo>
                  <a:pt x="4425099" y="6745259"/>
                  <a:pt x="4084658" y="6406973"/>
                  <a:pt x="4084658" y="5989675"/>
                </a:cubicBezTo>
                <a:cubicBezTo>
                  <a:pt x="4084658" y="5572377"/>
                  <a:pt x="4425099" y="5234091"/>
                  <a:pt x="4845054" y="5234091"/>
                </a:cubicBezTo>
                <a:close/>
                <a:moveTo>
                  <a:pt x="9468604" y="3336466"/>
                </a:moveTo>
                <a:lnTo>
                  <a:pt x="9468604" y="4444155"/>
                </a:lnTo>
                <a:lnTo>
                  <a:pt x="7624900" y="6876043"/>
                </a:lnTo>
                <a:lnTo>
                  <a:pt x="6987290" y="6876043"/>
                </a:lnTo>
                <a:lnTo>
                  <a:pt x="6972392" y="6855224"/>
                </a:lnTo>
                <a:cubicBezTo>
                  <a:pt x="6897910" y="6725730"/>
                  <a:pt x="6903286" y="6558844"/>
                  <a:pt x="6999213" y="6432313"/>
                </a:cubicBezTo>
                <a:lnTo>
                  <a:pt x="9237013" y="3480603"/>
                </a:lnTo>
                <a:cubicBezTo>
                  <a:pt x="9276983" y="3427882"/>
                  <a:pt x="9327944" y="3388406"/>
                  <a:pt x="9384271" y="3362949"/>
                </a:cubicBezTo>
                <a:close/>
                <a:moveTo>
                  <a:pt x="8336263" y="0"/>
                </a:moveTo>
                <a:lnTo>
                  <a:pt x="9468604" y="0"/>
                </a:lnTo>
                <a:lnTo>
                  <a:pt x="9468604" y="987657"/>
                </a:lnTo>
                <a:lnTo>
                  <a:pt x="6801676" y="4505397"/>
                </a:lnTo>
                <a:cubicBezTo>
                  <a:pt x="6551327" y="4835613"/>
                  <a:pt x="6080686" y="4900359"/>
                  <a:pt x="5750469" y="4650010"/>
                </a:cubicBezTo>
                <a:cubicBezTo>
                  <a:pt x="5420253" y="4399661"/>
                  <a:pt x="5355508" y="3929019"/>
                  <a:pt x="5605857" y="3598803"/>
                </a:cubicBezTo>
                <a:lnTo>
                  <a:pt x="8319556" y="19371"/>
                </a:lnTo>
                <a:close/>
                <a:moveTo>
                  <a:pt x="4578664" y="0"/>
                </a:moveTo>
                <a:lnTo>
                  <a:pt x="5590314" y="0"/>
                </a:lnTo>
                <a:lnTo>
                  <a:pt x="5698282" y="100414"/>
                </a:lnTo>
                <a:cubicBezTo>
                  <a:pt x="5948005" y="384987"/>
                  <a:pt x="5972076" y="815082"/>
                  <a:pt x="5734431" y="1128540"/>
                </a:cubicBezTo>
                <a:cubicBezTo>
                  <a:pt x="5067015" y="2008878"/>
                  <a:pt x="4399598" y="2889215"/>
                  <a:pt x="3732181" y="3769553"/>
                </a:cubicBezTo>
                <a:cubicBezTo>
                  <a:pt x="3460589" y="4127791"/>
                  <a:pt x="2950007" y="4198031"/>
                  <a:pt x="2591769" y="3926437"/>
                </a:cubicBezTo>
                <a:lnTo>
                  <a:pt x="2591770" y="3926437"/>
                </a:lnTo>
                <a:cubicBezTo>
                  <a:pt x="2233532" y="3654843"/>
                  <a:pt x="2163292" y="3144263"/>
                  <a:pt x="2434886" y="2786025"/>
                </a:cubicBezTo>
                <a:lnTo>
                  <a:pt x="4437135" y="145012"/>
                </a:lnTo>
                <a:cubicBezTo>
                  <a:pt x="4458354" y="117025"/>
                  <a:pt x="4481030" y="90795"/>
                  <a:pt x="4504979" y="66349"/>
                </a:cubicBezTo>
                <a:close/>
                <a:moveTo>
                  <a:pt x="1889512" y="0"/>
                </a:moveTo>
                <a:lnTo>
                  <a:pt x="2671743" y="0"/>
                </a:lnTo>
                <a:lnTo>
                  <a:pt x="2674944" y="2978"/>
                </a:lnTo>
                <a:cubicBezTo>
                  <a:pt x="2836635" y="187233"/>
                  <a:pt x="2852221" y="465712"/>
                  <a:pt x="2698350" y="668670"/>
                </a:cubicBezTo>
                <a:cubicBezTo>
                  <a:pt x="2114587" y="1438669"/>
                  <a:pt x="1530821" y="2208667"/>
                  <a:pt x="947058" y="2978665"/>
                </a:cubicBezTo>
                <a:cubicBezTo>
                  <a:pt x="771206" y="3210618"/>
                  <a:pt x="440614" y="3256096"/>
                  <a:pt x="208662" y="3080245"/>
                </a:cubicBezTo>
                <a:lnTo>
                  <a:pt x="208663" y="3080245"/>
                </a:lnTo>
                <a:cubicBezTo>
                  <a:pt x="-23290" y="2904393"/>
                  <a:pt x="-68768" y="2573802"/>
                  <a:pt x="107083" y="2341849"/>
                </a:cubicBezTo>
                <a:lnTo>
                  <a:pt x="1858375" y="31854"/>
                </a:lnTo>
                <a:close/>
              </a:path>
            </a:pathLst>
          </a:custGeom>
          <a:gradFill>
            <a:gsLst>
              <a:gs pos="92000">
                <a:srgbClr val="7030A0"/>
              </a:gs>
              <a:gs pos="99937">
                <a:srgbClr val="ABC0E4"/>
              </a:gs>
              <a:gs pos="99875">
                <a:srgbClr val="ABC0E4"/>
              </a:gs>
              <a:gs pos="99750">
                <a:srgbClr val="ABC0E4"/>
              </a:gs>
              <a:gs pos="99500">
                <a:srgbClr val="ABC0E4"/>
              </a:gs>
              <a:gs pos="100000">
                <a:srgbClr val="ABC0E4"/>
              </a:gs>
              <a:gs pos="0">
                <a:srgbClr val="FCF6FC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65F47B-5F08-4185-BB19-E44BCB306E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847" t="11448" r="28659" b="48628"/>
          <a:stretch/>
        </p:blipFill>
        <p:spPr>
          <a:xfrm>
            <a:off x="589022" y="618552"/>
            <a:ext cx="1864618" cy="19858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4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7535D2-4A76-48A2-8385-40A9123BADCF}"/>
              </a:ext>
            </a:extLst>
          </p:cNvPr>
          <p:cNvSpPr txBox="1"/>
          <p:nvPr/>
        </p:nvSpPr>
        <p:spPr>
          <a:xfrm>
            <a:off x="347472" y="2606040"/>
            <a:ext cx="4846320" cy="502920"/>
          </a:xfrm>
          <a:prstGeom prst="rect">
            <a:avLst/>
          </a:prstGeom>
          <a:noFill/>
          <a:effectLst/>
        </p:spPr>
        <p:txBody>
          <a:bodyPr wrap="square" lIns="18288" tIns="9144" rIns="18288" bIns="9144" rtlCol="0">
            <a:spAutoFit/>
          </a:bodyPr>
          <a:lstStyle/>
          <a:p>
            <a:r>
              <a:rPr sz="3000" b="1">
                <a:solidFill>
                  <a:srgbClr val="222B38"/>
                </a:solidFill>
                <a:latin typeface="Aptos Display"/>
              </a:rPr>
              <a:t>ENQUADRAMENTO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A04ACE1-8FE9-453D-8B35-54E7D7AFAE7A}"/>
              </a:ext>
            </a:extLst>
          </p:cNvPr>
          <p:cNvSpPr txBox="1"/>
          <p:nvPr/>
        </p:nvSpPr>
        <p:spPr>
          <a:xfrm>
            <a:off x="365760" y="3127248"/>
            <a:ext cx="4754880" cy="365760"/>
          </a:xfrm>
          <a:prstGeom prst="rect">
            <a:avLst/>
          </a:prstGeom>
          <a:noFill/>
        </p:spPr>
        <p:txBody>
          <a:bodyPr wrap="square" lIns="18288" tIns="9144" rIns="18288" bIns="9144" rtlCol="0">
            <a:spAutoFit/>
          </a:bodyPr>
          <a:lstStyle/>
          <a:p>
            <a:r>
              <a:rPr sz="1500" b="1" dirty="0">
                <a:solidFill>
                  <a:srgbClr val="DEA427"/>
                </a:solidFill>
                <a:latin typeface="Aptos"/>
              </a:rPr>
              <a:t>TEÓRICO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11880"/>
            <a:ext cx="50749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3776472"/>
            <a:ext cx="4645152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D3E50"/>
                </a:solidFill>
                <a:latin typeface="Aptos Display"/>
              </a:rPr>
              <a:t>CONCEITOS PRINCIPAIS</a:t>
            </a:r>
          </a:p>
          <a:p>
            <a:pPr>
              <a:spcAft>
                <a:spcPts val="600"/>
              </a:spcAft>
              <a:defRPr sz="1100">
                <a:solidFill>
                  <a:srgbClr val="2D343C"/>
                </a:solidFill>
                <a:latin typeface="Aptos"/>
              </a:defRPr>
            </a:pPr>
            <a:r>
              <a:t>• Informática na educação: apoio ao planeamento e à organização.</a:t>
            </a:r>
          </a:p>
          <a:p>
            <a:pPr>
              <a:spcAft>
                <a:spcPts val="600"/>
              </a:spcAft>
              <a:defRPr sz="1100">
                <a:solidFill>
                  <a:srgbClr val="2D343C"/>
                </a:solidFill>
                <a:latin typeface="Aptos"/>
              </a:defRPr>
            </a:pPr>
            <a:r>
              <a:t>• Aplicações web: HTML estrutura os conteúdos, CSS define o aspeto visual e JavaScript acrescenta interatividade.</a:t>
            </a:r>
          </a:p>
          <a:p>
            <a:pPr>
              <a:spcAft>
                <a:spcPts val="600"/>
              </a:spcAft>
              <a:defRPr sz="1100">
                <a:solidFill>
                  <a:srgbClr val="2D343C"/>
                </a:solidFill>
                <a:latin typeface="Aptos"/>
              </a:defRPr>
            </a:pPr>
            <a:r>
              <a:t>• Usabilidade e segurança: interface simples e proteção dos dados pessoais das crianças.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6510527"/>
            <a:ext cx="18856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ptos"/>
              </a:defRPr>
            </a:pPr>
            <a:r>
              <a:t>FLORIAPP  •  ANTEPROJETO PAP  •  4/5</a:t>
            </a:r>
          </a:p>
        </p:txBody>
      </p:sp>
    </p:spTree>
    <p:extLst>
      <p:ext uri="{BB962C8B-B14F-4D97-AF65-F5344CB8AC3E}">
        <p14:creationId xmlns:p14="http://schemas.microsoft.com/office/powerpoint/2010/main" val="171898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542754B-0064-4DE6-BDB7-BB24499EF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04" t="7158" r="7983" b="7368"/>
          <a:stretch/>
        </p:blipFill>
        <p:spPr>
          <a:xfrm>
            <a:off x="2954559" y="-264931"/>
            <a:ext cx="9468604" cy="6876043"/>
          </a:xfrm>
          <a:custGeom>
            <a:avLst/>
            <a:gdLst>
              <a:gd name="connsiteX0" fmla="*/ 4845054 w 9468604"/>
              <a:gd name="connsiteY0" fmla="*/ 5234091 h 6876043"/>
              <a:gd name="connsiteX1" fmla="*/ 5605450 w 9468604"/>
              <a:gd name="connsiteY1" fmla="*/ 5989675 h 6876043"/>
              <a:gd name="connsiteX2" fmla="*/ 4845054 w 9468604"/>
              <a:gd name="connsiteY2" fmla="*/ 6745259 h 6876043"/>
              <a:gd name="connsiteX3" fmla="*/ 4084658 w 9468604"/>
              <a:gd name="connsiteY3" fmla="*/ 5989675 h 6876043"/>
              <a:gd name="connsiteX4" fmla="*/ 4845054 w 9468604"/>
              <a:gd name="connsiteY4" fmla="*/ 5234091 h 6876043"/>
              <a:gd name="connsiteX5" fmla="*/ 9468604 w 9468604"/>
              <a:gd name="connsiteY5" fmla="*/ 3336466 h 6876043"/>
              <a:gd name="connsiteX6" fmla="*/ 9468604 w 9468604"/>
              <a:gd name="connsiteY6" fmla="*/ 4444155 h 6876043"/>
              <a:gd name="connsiteX7" fmla="*/ 7624900 w 9468604"/>
              <a:gd name="connsiteY7" fmla="*/ 6876043 h 6876043"/>
              <a:gd name="connsiteX8" fmla="*/ 6987290 w 9468604"/>
              <a:gd name="connsiteY8" fmla="*/ 6876043 h 6876043"/>
              <a:gd name="connsiteX9" fmla="*/ 6972392 w 9468604"/>
              <a:gd name="connsiteY9" fmla="*/ 6855224 h 6876043"/>
              <a:gd name="connsiteX10" fmla="*/ 6999213 w 9468604"/>
              <a:gd name="connsiteY10" fmla="*/ 6432313 h 6876043"/>
              <a:gd name="connsiteX11" fmla="*/ 9237013 w 9468604"/>
              <a:gd name="connsiteY11" fmla="*/ 3480603 h 6876043"/>
              <a:gd name="connsiteX12" fmla="*/ 9384271 w 9468604"/>
              <a:gd name="connsiteY12" fmla="*/ 3362949 h 6876043"/>
              <a:gd name="connsiteX13" fmla="*/ 8336263 w 9468604"/>
              <a:gd name="connsiteY13" fmla="*/ 0 h 6876043"/>
              <a:gd name="connsiteX14" fmla="*/ 9468604 w 9468604"/>
              <a:gd name="connsiteY14" fmla="*/ 0 h 6876043"/>
              <a:gd name="connsiteX15" fmla="*/ 9468604 w 9468604"/>
              <a:gd name="connsiteY15" fmla="*/ 987657 h 6876043"/>
              <a:gd name="connsiteX16" fmla="*/ 6801676 w 9468604"/>
              <a:gd name="connsiteY16" fmla="*/ 4505397 h 6876043"/>
              <a:gd name="connsiteX17" fmla="*/ 5750469 w 9468604"/>
              <a:gd name="connsiteY17" fmla="*/ 4650010 h 6876043"/>
              <a:gd name="connsiteX18" fmla="*/ 5605857 w 9468604"/>
              <a:gd name="connsiteY18" fmla="*/ 3598803 h 6876043"/>
              <a:gd name="connsiteX19" fmla="*/ 8319556 w 9468604"/>
              <a:gd name="connsiteY19" fmla="*/ 19371 h 6876043"/>
              <a:gd name="connsiteX20" fmla="*/ 4578664 w 9468604"/>
              <a:gd name="connsiteY20" fmla="*/ 0 h 6876043"/>
              <a:gd name="connsiteX21" fmla="*/ 5590314 w 9468604"/>
              <a:gd name="connsiteY21" fmla="*/ 0 h 6876043"/>
              <a:gd name="connsiteX22" fmla="*/ 5698282 w 9468604"/>
              <a:gd name="connsiteY22" fmla="*/ 100414 h 6876043"/>
              <a:gd name="connsiteX23" fmla="*/ 5734431 w 9468604"/>
              <a:gd name="connsiteY23" fmla="*/ 1128540 h 6876043"/>
              <a:gd name="connsiteX24" fmla="*/ 3732181 w 9468604"/>
              <a:gd name="connsiteY24" fmla="*/ 3769553 h 6876043"/>
              <a:gd name="connsiteX25" fmla="*/ 2591769 w 9468604"/>
              <a:gd name="connsiteY25" fmla="*/ 3926437 h 6876043"/>
              <a:gd name="connsiteX26" fmla="*/ 2591770 w 9468604"/>
              <a:gd name="connsiteY26" fmla="*/ 3926437 h 6876043"/>
              <a:gd name="connsiteX27" fmla="*/ 2434886 w 9468604"/>
              <a:gd name="connsiteY27" fmla="*/ 2786025 h 6876043"/>
              <a:gd name="connsiteX28" fmla="*/ 4437135 w 9468604"/>
              <a:gd name="connsiteY28" fmla="*/ 145012 h 6876043"/>
              <a:gd name="connsiteX29" fmla="*/ 4504979 w 9468604"/>
              <a:gd name="connsiteY29" fmla="*/ 66349 h 6876043"/>
              <a:gd name="connsiteX30" fmla="*/ 1889512 w 9468604"/>
              <a:gd name="connsiteY30" fmla="*/ 0 h 6876043"/>
              <a:gd name="connsiteX31" fmla="*/ 2671743 w 9468604"/>
              <a:gd name="connsiteY31" fmla="*/ 0 h 6876043"/>
              <a:gd name="connsiteX32" fmla="*/ 2674944 w 9468604"/>
              <a:gd name="connsiteY32" fmla="*/ 2978 h 6876043"/>
              <a:gd name="connsiteX33" fmla="*/ 2698350 w 9468604"/>
              <a:gd name="connsiteY33" fmla="*/ 668670 h 6876043"/>
              <a:gd name="connsiteX34" fmla="*/ 947058 w 9468604"/>
              <a:gd name="connsiteY34" fmla="*/ 2978665 h 6876043"/>
              <a:gd name="connsiteX35" fmla="*/ 208662 w 9468604"/>
              <a:gd name="connsiteY35" fmla="*/ 3080245 h 6876043"/>
              <a:gd name="connsiteX36" fmla="*/ 208663 w 9468604"/>
              <a:gd name="connsiteY36" fmla="*/ 3080245 h 6876043"/>
              <a:gd name="connsiteX37" fmla="*/ 107083 w 9468604"/>
              <a:gd name="connsiteY37" fmla="*/ 2341849 h 6876043"/>
              <a:gd name="connsiteX38" fmla="*/ 1858375 w 9468604"/>
              <a:gd name="connsiteY38" fmla="*/ 31854 h 6876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468604" h="6876043">
                <a:moveTo>
                  <a:pt x="4845054" y="5234091"/>
                </a:moveTo>
                <a:cubicBezTo>
                  <a:pt x="5265009" y="5234091"/>
                  <a:pt x="5605450" y="5572377"/>
                  <a:pt x="5605450" y="5989675"/>
                </a:cubicBezTo>
                <a:cubicBezTo>
                  <a:pt x="5605450" y="6406973"/>
                  <a:pt x="5265009" y="6745259"/>
                  <a:pt x="4845054" y="6745259"/>
                </a:cubicBezTo>
                <a:cubicBezTo>
                  <a:pt x="4425099" y="6745259"/>
                  <a:pt x="4084658" y="6406973"/>
                  <a:pt x="4084658" y="5989675"/>
                </a:cubicBezTo>
                <a:cubicBezTo>
                  <a:pt x="4084658" y="5572377"/>
                  <a:pt x="4425099" y="5234091"/>
                  <a:pt x="4845054" y="5234091"/>
                </a:cubicBezTo>
                <a:close/>
                <a:moveTo>
                  <a:pt x="9468604" y="3336466"/>
                </a:moveTo>
                <a:lnTo>
                  <a:pt x="9468604" y="4444155"/>
                </a:lnTo>
                <a:lnTo>
                  <a:pt x="7624900" y="6876043"/>
                </a:lnTo>
                <a:lnTo>
                  <a:pt x="6987290" y="6876043"/>
                </a:lnTo>
                <a:lnTo>
                  <a:pt x="6972392" y="6855224"/>
                </a:lnTo>
                <a:cubicBezTo>
                  <a:pt x="6897910" y="6725730"/>
                  <a:pt x="6903286" y="6558844"/>
                  <a:pt x="6999213" y="6432313"/>
                </a:cubicBezTo>
                <a:lnTo>
                  <a:pt x="9237013" y="3480603"/>
                </a:lnTo>
                <a:cubicBezTo>
                  <a:pt x="9276983" y="3427882"/>
                  <a:pt x="9327944" y="3388406"/>
                  <a:pt x="9384271" y="3362949"/>
                </a:cubicBezTo>
                <a:close/>
                <a:moveTo>
                  <a:pt x="8336263" y="0"/>
                </a:moveTo>
                <a:lnTo>
                  <a:pt x="9468604" y="0"/>
                </a:lnTo>
                <a:lnTo>
                  <a:pt x="9468604" y="987657"/>
                </a:lnTo>
                <a:lnTo>
                  <a:pt x="6801676" y="4505397"/>
                </a:lnTo>
                <a:cubicBezTo>
                  <a:pt x="6551327" y="4835613"/>
                  <a:pt x="6080686" y="4900359"/>
                  <a:pt x="5750469" y="4650010"/>
                </a:cubicBezTo>
                <a:cubicBezTo>
                  <a:pt x="5420253" y="4399661"/>
                  <a:pt x="5355508" y="3929019"/>
                  <a:pt x="5605857" y="3598803"/>
                </a:cubicBezTo>
                <a:lnTo>
                  <a:pt x="8319556" y="19371"/>
                </a:lnTo>
                <a:close/>
                <a:moveTo>
                  <a:pt x="4578664" y="0"/>
                </a:moveTo>
                <a:lnTo>
                  <a:pt x="5590314" y="0"/>
                </a:lnTo>
                <a:lnTo>
                  <a:pt x="5698282" y="100414"/>
                </a:lnTo>
                <a:cubicBezTo>
                  <a:pt x="5948005" y="384987"/>
                  <a:pt x="5972076" y="815082"/>
                  <a:pt x="5734431" y="1128540"/>
                </a:cubicBezTo>
                <a:cubicBezTo>
                  <a:pt x="5067015" y="2008878"/>
                  <a:pt x="4399598" y="2889215"/>
                  <a:pt x="3732181" y="3769553"/>
                </a:cubicBezTo>
                <a:cubicBezTo>
                  <a:pt x="3460589" y="4127791"/>
                  <a:pt x="2950007" y="4198031"/>
                  <a:pt x="2591769" y="3926437"/>
                </a:cubicBezTo>
                <a:lnTo>
                  <a:pt x="2591770" y="3926437"/>
                </a:lnTo>
                <a:cubicBezTo>
                  <a:pt x="2233532" y="3654843"/>
                  <a:pt x="2163292" y="3144263"/>
                  <a:pt x="2434886" y="2786025"/>
                </a:cubicBezTo>
                <a:lnTo>
                  <a:pt x="4437135" y="145012"/>
                </a:lnTo>
                <a:cubicBezTo>
                  <a:pt x="4458354" y="117025"/>
                  <a:pt x="4481030" y="90795"/>
                  <a:pt x="4504979" y="66349"/>
                </a:cubicBezTo>
                <a:close/>
                <a:moveTo>
                  <a:pt x="1889512" y="0"/>
                </a:moveTo>
                <a:lnTo>
                  <a:pt x="2671743" y="0"/>
                </a:lnTo>
                <a:lnTo>
                  <a:pt x="2674944" y="2978"/>
                </a:lnTo>
                <a:cubicBezTo>
                  <a:pt x="2836635" y="187233"/>
                  <a:pt x="2852221" y="465712"/>
                  <a:pt x="2698350" y="668670"/>
                </a:cubicBezTo>
                <a:cubicBezTo>
                  <a:pt x="2114587" y="1438669"/>
                  <a:pt x="1530821" y="2208667"/>
                  <a:pt x="947058" y="2978665"/>
                </a:cubicBezTo>
                <a:cubicBezTo>
                  <a:pt x="771206" y="3210618"/>
                  <a:pt x="440614" y="3256096"/>
                  <a:pt x="208662" y="3080245"/>
                </a:cubicBezTo>
                <a:lnTo>
                  <a:pt x="208663" y="3080245"/>
                </a:lnTo>
                <a:cubicBezTo>
                  <a:pt x="-23290" y="2904393"/>
                  <a:pt x="-68768" y="2573802"/>
                  <a:pt x="107083" y="2341849"/>
                </a:cubicBezTo>
                <a:lnTo>
                  <a:pt x="1858375" y="31854"/>
                </a:lnTo>
                <a:close/>
              </a:path>
            </a:pathLst>
          </a:custGeom>
          <a:gradFill>
            <a:gsLst>
              <a:gs pos="92000">
                <a:srgbClr val="7030A0"/>
              </a:gs>
              <a:gs pos="99937">
                <a:srgbClr val="ABC0E4"/>
              </a:gs>
              <a:gs pos="99875">
                <a:srgbClr val="ABC0E4"/>
              </a:gs>
              <a:gs pos="99750">
                <a:srgbClr val="ABC0E4"/>
              </a:gs>
              <a:gs pos="99500">
                <a:srgbClr val="ABC0E4"/>
              </a:gs>
              <a:gs pos="100000">
                <a:srgbClr val="ABC0E4"/>
              </a:gs>
              <a:gs pos="0">
                <a:srgbClr val="FCF6FC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65F47B-5F08-4185-BB19-E44BCB306E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847" t="11448" r="28659" b="48628"/>
          <a:stretch/>
        </p:blipFill>
        <p:spPr>
          <a:xfrm>
            <a:off x="603504" y="620146"/>
            <a:ext cx="1864618" cy="198589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4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7535D2-4A76-48A2-8385-40A9123BADCF}"/>
              </a:ext>
            </a:extLst>
          </p:cNvPr>
          <p:cNvSpPr txBox="1"/>
          <p:nvPr/>
        </p:nvSpPr>
        <p:spPr>
          <a:xfrm>
            <a:off x="347472" y="2606040"/>
            <a:ext cx="4846320" cy="502920"/>
          </a:xfrm>
          <a:prstGeom prst="rect">
            <a:avLst/>
          </a:prstGeom>
          <a:noFill/>
          <a:effectLst/>
        </p:spPr>
        <p:txBody>
          <a:bodyPr wrap="square" lIns="18288" tIns="9144" rIns="18288" bIns="9144" rtlCol="0">
            <a:spAutoFit/>
          </a:bodyPr>
          <a:lstStyle/>
          <a:p>
            <a:r>
              <a:rPr sz="3000" b="1">
                <a:solidFill>
                  <a:srgbClr val="222B38"/>
                </a:solidFill>
                <a:latin typeface="Aptos Display"/>
              </a:rPr>
              <a:t>OBJETIVOS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A04ACE1-8FE9-453D-8B35-54E7D7AFAE7A}"/>
              </a:ext>
            </a:extLst>
          </p:cNvPr>
          <p:cNvSpPr txBox="1"/>
          <p:nvPr/>
        </p:nvSpPr>
        <p:spPr>
          <a:xfrm>
            <a:off x="365760" y="3127248"/>
            <a:ext cx="4754880" cy="365760"/>
          </a:xfrm>
          <a:prstGeom prst="rect">
            <a:avLst/>
          </a:prstGeom>
          <a:noFill/>
        </p:spPr>
        <p:txBody>
          <a:bodyPr wrap="square" lIns="18288" tIns="9144" rIns="18288" bIns="9144" rtlCol="0">
            <a:spAutoFit/>
          </a:bodyPr>
          <a:lstStyle/>
          <a:p>
            <a:r>
              <a:rPr sz="1500" b="1">
                <a:solidFill>
                  <a:srgbClr val="DEA427"/>
                </a:solidFill>
                <a:latin typeface="Aptos"/>
              </a:rPr>
              <a:t>E METODOLOGIA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11880"/>
            <a:ext cx="50749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3776472"/>
            <a:ext cx="4645152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D3E50"/>
                </a:solidFill>
                <a:latin typeface="Aptos Display"/>
              </a:rPr>
              <a:t>COMO SERÁ DESENVOLVIDA?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t>Objetivo: criar uma aplicação útil e fácil de utilizar por educadores de infância.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t>Etapas: identificar necessidades, planear funcionalidades, desenhar a interface, programar e testar.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t>Tecnologias previstas: HTML, CSS e JavaScript.</a:t>
            </a:r>
          </a:p>
          <a:p>
            <a:pPr>
              <a:spcAft>
                <a:spcPts val="600"/>
              </a:spcAft>
              <a:defRPr sz="1200">
                <a:solidFill>
                  <a:srgbClr val="2D343C"/>
                </a:solidFill>
                <a:latin typeface="Aptos"/>
              </a:defRPr>
            </a:pPr>
            <a:r>
              <a:t>Resultado esperado: uma aplicação funcional que ajude a organizar atividades e tarefas.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6510528"/>
            <a:ext cx="4754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5F5F"/>
                </a:solidFill>
                <a:latin typeface="Aptos"/>
              </a:defRPr>
            </a:pPr>
            <a:r>
              <a:t>FLORIAPP  •  ANTEPROJETO PAP  •  5/5</a:t>
            </a:r>
          </a:p>
        </p:txBody>
      </p:sp>
    </p:spTree>
    <p:extLst>
      <p:ext uri="{BB962C8B-B14F-4D97-AF65-F5344CB8AC3E}">
        <p14:creationId xmlns:p14="http://schemas.microsoft.com/office/powerpoint/2010/main" val="40819640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3A367FE3109441A1D574A82E4687FE" ma:contentTypeVersion="6" ma:contentTypeDescription="Criar um novo documento." ma:contentTypeScope="" ma:versionID="88758a1d1068f272476afcc0d603e41f">
  <xsd:schema xmlns:xsd="http://www.w3.org/2001/XMLSchema" xmlns:xs="http://www.w3.org/2001/XMLSchema" xmlns:p="http://schemas.microsoft.com/office/2006/metadata/properties" xmlns:ns3="1e82c113-645e-465a-8863-c69cb533d355" targetNamespace="http://schemas.microsoft.com/office/2006/metadata/properties" ma:root="true" ma:fieldsID="5019e220dd88e0f8bdc721d3dfeea1b9" ns3:_="">
    <xsd:import namespace="1e82c113-645e-465a-8863-c69cb533d35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82c113-645e-465a-8863-c69cb533d35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82c113-645e-465a-8863-c69cb533d355" xsi:nil="true"/>
  </documentManagement>
</p:properties>
</file>

<file path=customXml/itemProps1.xml><?xml version="1.0" encoding="utf-8"?>
<ds:datastoreItem xmlns:ds="http://schemas.openxmlformats.org/officeDocument/2006/customXml" ds:itemID="{70628867-3986-4899-82BA-5732283AC6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82c113-645e-465a-8863-c69cb533d3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70DD69-450E-4E77-82C7-22564B9B0C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BADA13-7311-4CB4-819A-FD65E656446E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1e82c113-645e-465a-8863-c69cb533d35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230</Words>
  <Application>Microsoft Office PowerPoint</Application>
  <PresentationFormat>Ecrã Panorâmico</PresentationFormat>
  <Paragraphs>30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12 B1 | Maria do Rosario Bandeira Paes Vasconcelos</dc:creator>
  <cp:lastModifiedBy>12 B1 | Maria do Rosario Bandeira Paes Vasconcelos</cp:lastModifiedBy>
  <cp:revision>9</cp:revision>
  <dcterms:created xsi:type="dcterms:W3CDTF">2026-09-21T10:09:37Z</dcterms:created>
  <dcterms:modified xsi:type="dcterms:W3CDTF">2026-10-14T11:34:57Z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0x010100EA3A367FE3109441A1D574A82E4687FE</vt:lpwstr>
  </property>
</Properties>
</file>